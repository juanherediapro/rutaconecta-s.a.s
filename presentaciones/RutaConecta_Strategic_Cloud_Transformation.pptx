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65" r:id="rId13"/>
    <p:sldId id="266" r:id="rId14"/>
    <p:sldId id="267" r:id="rId15"/>
  </p:sldIdLst>
  <p:sldSz cx="16256000" cy="9144000"/>
  <p:notesSz cx="16256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69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2800" y="365760"/>
            <a:ext cx="14630400" cy="146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anHerediaPro/RutaConecta-S.A.S.git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8"/>
            <a:ext cx="16255745" cy="90677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8"/>
            <a:ext cx="16255745" cy="90677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4C5524E-4988-4BB9-885A-DBD650FF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167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8098"/>
            <a:ext cx="16256000" cy="9067800"/>
            <a:chOff x="0" y="38098"/>
            <a:chExt cx="16256000" cy="9067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8098"/>
              <a:ext cx="16255745" cy="90677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654" y="228600"/>
              <a:ext cx="1828800" cy="6507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6239490" cy="9067800"/>
            <a:chOff x="0" y="-1"/>
            <a:chExt cx="16239490" cy="9067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16238981" cy="90678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454" y="1295399"/>
              <a:ext cx="15697200" cy="7391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8"/>
            <a:ext cx="16255745" cy="90677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8"/>
            <a:ext cx="16255745" cy="90677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8"/>
            <a:ext cx="16255745" cy="9067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8"/>
            <a:ext cx="16255745" cy="90677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8"/>
            <a:ext cx="16255745" cy="90677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C530EAA-B929-43C7-BEE5-18F18BC6F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4"/>
            <a:ext cx="16256000" cy="912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9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523" y="0"/>
            <a:ext cx="2229485" cy="2090420"/>
          </a:xfrm>
          <a:custGeom>
            <a:avLst/>
            <a:gdLst/>
            <a:ahLst/>
            <a:cxnLst/>
            <a:rect l="l" t="t" r="r" b="b"/>
            <a:pathLst>
              <a:path w="2229485" h="2090420">
                <a:moveTo>
                  <a:pt x="1861820" y="0"/>
                </a:moveTo>
                <a:lnTo>
                  <a:pt x="0" y="0"/>
                </a:lnTo>
                <a:lnTo>
                  <a:pt x="11" y="1584198"/>
                </a:lnTo>
                <a:lnTo>
                  <a:pt x="506056" y="2090166"/>
                </a:lnTo>
                <a:lnTo>
                  <a:pt x="1307846" y="1288542"/>
                </a:lnTo>
                <a:lnTo>
                  <a:pt x="1620774" y="1601343"/>
                </a:lnTo>
                <a:lnTo>
                  <a:pt x="2229231" y="993013"/>
                </a:lnTo>
                <a:lnTo>
                  <a:pt x="1916303" y="680084"/>
                </a:lnTo>
                <a:lnTo>
                  <a:pt x="2229231" y="367283"/>
                </a:lnTo>
                <a:lnTo>
                  <a:pt x="1861820" y="0"/>
                </a:lnTo>
                <a:close/>
              </a:path>
            </a:pathLst>
          </a:custGeom>
          <a:solidFill>
            <a:srgbClr val="4F81BB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475464" y="0"/>
            <a:ext cx="3780790" cy="1979930"/>
          </a:xfrm>
          <a:custGeom>
            <a:avLst/>
            <a:gdLst/>
            <a:ahLst/>
            <a:cxnLst/>
            <a:rect l="l" t="t" r="r" b="b"/>
            <a:pathLst>
              <a:path w="3780790" h="1979930">
                <a:moveTo>
                  <a:pt x="3780789" y="0"/>
                </a:moveTo>
                <a:lnTo>
                  <a:pt x="0" y="0"/>
                </a:lnTo>
                <a:lnTo>
                  <a:pt x="1053337" y="1004443"/>
                </a:lnTo>
                <a:lnTo>
                  <a:pt x="726058" y="1331722"/>
                </a:lnTo>
                <a:lnTo>
                  <a:pt x="1374266" y="1979676"/>
                </a:lnTo>
                <a:lnTo>
                  <a:pt x="1716912" y="1637156"/>
                </a:lnTo>
                <a:lnTo>
                  <a:pt x="2070480" y="1974215"/>
                </a:lnTo>
                <a:lnTo>
                  <a:pt x="3780789" y="343407"/>
                </a:lnTo>
                <a:lnTo>
                  <a:pt x="3780789" y="0"/>
                </a:lnTo>
                <a:close/>
              </a:path>
            </a:pathLst>
          </a:custGeom>
          <a:solidFill>
            <a:srgbClr val="8062A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53846" y="858011"/>
            <a:ext cx="14149069" cy="8286750"/>
            <a:chOff x="1053846" y="858011"/>
            <a:chExt cx="14149069" cy="8286750"/>
          </a:xfrm>
        </p:grpSpPr>
        <p:sp>
          <p:nvSpPr>
            <p:cNvPr id="5" name="object 5"/>
            <p:cNvSpPr/>
            <p:nvPr/>
          </p:nvSpPr>
          <p:spPr>
            <a:xfrm>
              <a:off x="10635234" y="8154161"/>
              <a:ext cx="1993264" cy="990600"/>
            </a:xfrm>
            <a:custGeom>
              <a:avLst/>
              <a:gdLst/>
              <a:ahLst/>
              <a:cxnLst/>
              <a:rect l="l" t="t" r="r" b="b"/>
              <a:pathLst>
                <a:path w="1993265" h="990600">
                  <a:moveTo>
                    <a:pt x="996315" y="0"/>
                  </a:moveTo>
                  <a:lnTo>
                    <a:pt x="0" y="990002"/>
                  </a:lnTo>
                  <a:lnTo>
                    <a:pt x="1992884" y="990002"/>
                  </a:lnTo>
                  <a:lnTo>
                    <a:pt x="996315" y="0"/>
                  </a:lnTo>
                  <a:close/>
                </a:path>
              </a:pathLst>
            </a:custGeom>
            <a:solidFill>
              <a:srgbClr val="4F81BB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3846" y="858011"/>
              <a:ext cx="14148816" cy="74279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139172" y="8604504"/>
              <a:ext cx="1085850" cy="539750"/>
            </a:xfrm>
            <a:custGeom>
              <a:avLst/>
              <a:gdLst/>
              <a:ahLst/>
              <a:cxnLst/>
              <a:rect l="l" t="t" r="r" b="b"/>
              <a:pathLst>
                <a:path w="1085850" h="539750">
                  <a:moveTo>
                    <a:pt x="542925" y="0"/>
                  </a:moveTo>
                  <a:lnTo>
                    <a:pt x="0" y="539685"/>
                  </a:lnTo>
                  <a:lnTo>
                    <a:pt x="1085850" y="539685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4F81BB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8854" y="1033271"/>
              <a:ext cx="3980688" cy="5684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098"/>
            <a:ext cx="16255745" cy="90677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ágenes de Fondo minimalista claro - Descarga gratuita en Magnific (antes  Freepik)">
            <a:extLst>
              <a:ext uri="{FF2B5EF4-FFF2-40B4-BE49-F238E27FC236}">
                <a16:creationId xmlns:a16="http://schemas.microsoft.com/office/drawing/2014/main" id="{2C78827C-1238-4058-B5F5-26F42BB1E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256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7BBE720-2EA5-4253-A99A-C34E19F4C549}"/>
              </a:ext>
            </a:extLst>
          </p:cNvPr>
          <p:cNvSpPr txBox="1"/>
          <p:nvPr/>
        </p:nvSpPr>
        <p:spPr>
          <a:xfrm>
            <a:off x="4874545" y="2590800"/>
            <a:ext cx="65069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6000" b="1" dirty="0">
                <a:latin typeface="Bahnschrift SemiLight SemiConde" panose="020B0502040204020203" pitchFamily="34" charset="0"/>
              </a:rPr>
              <a:t>REPOSITORIO GITHUB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F00155-EA2F-481E-809D-86FA6A8250B9}"/>
              </a:ext>
            </a:extLst>
          </p:cNvPr>
          <p:cNvSpPr txBox="1"/>
          <p:nvPr/>
        </p:nvSpPr>
        <p:spPr>
          <a:xfrm>
            <a:off x="1422400" y="4572000"/>
            <a:ext cx="13411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dirty="0">
                <a:hlinkClick r:id="rId3"/>
              </a:rPr>
              <a:t>https://github.com/juanHerediaPro/RutaConecta-S.A.S.git</a:t>
            </a:r>
            <a:br>
              <a:rPr lang="es-CO" sz="6000" dirty="0"/>
            </a:br>
            <a:endParaRPr lang="es-CO" sz="6000" dirty="0"/>
          </a:p>
        </p:txBody>
      </p:sp>
    </p:spTree>
    <p:extLst>
      <p:ext uri="{BB962C8B-B14F-4D97-AF65-F5344CB8AC3E}">
        <p14:creationId xmlns:p14="http://schemas.microsoft.com/office/powerpoint/2010/main" val="3951323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18</Words>
  <Application>Microsoft Office PowerPoint</Application>
  <PresentationFormat>Personalizado</PresentationFormat>
  <Paragraphs>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Bahnschrift SemiLight SemiConde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Lenovo</dc:creator>
  <cp:lastModifiedBy>CSI</cp:lastModifiedBy>
  <cp:revision>1</cp:revision>
  <dcterms:created xsi:type="dcterms:W3CDTF">2026-09-03T23:58:56Z</dcterms:created>
  <dcterms:modified xsi:type="dcterms:W3CDTF">2026-09-04T00:07:01Z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2026-09-03T00:00:00Z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2026-09-03T00:00:00Z</vt:filetime>
  </property>
  <property fmtid="{D5CDD505-2E9C-101B-9397-08002B2CF9AE}" pid="6" name="Producer">
    <vt:lpwstr>Microsoft® PowerPoint® LTSC</vt:lpwstr>
  </property>
</Properties>
</file>